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17 августа 2026 года по 23 августа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Некачественное содержание детской площадки во дворе - 22</a:t>
            </a:r>
            <a:br/>
            <a:r>
              <a:t>Неубранная дворовая территория - 13</a:t>
            </a:r>
            <a:br/>
            <a:r>
              <a:t>Повреждение дорожного покрытия во дворе (ямы, выбоины, провалы) - 13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1664208" y="5623560"/>
            <a:ext cx="1664208" cy="274320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4297680" y="5394960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5943600" y="5330952"/>
            <a:ext cx="82296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