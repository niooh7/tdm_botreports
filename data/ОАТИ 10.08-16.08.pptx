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10 августа 2026 года по 16 августа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Неубранная дворовая территория - 15</a:t>
            </a:r>
            <a:br/>
            <a:r>
              <a:t>Некачественное содержание детской площадки во дворе - 14</a:t>
            </a:r>
            <a:br/>
            <a:r>
              <a:t>Ненадлежащий уход за зелеными насаждениями во дворе - 10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1664208" y="5623560"/>
            <a:ext cx="1664208" cy="274320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4297680" y="5394960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8202168" y="5422392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